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0701c4d064932" /><Relationship Type="http://schemas.openxmlformats.org/officeDocument/2006/relationships/extended-properties" Target="/docProps/app.xml" Id="R6d997e668e0e430e" /><Relationship Type="http://schemas.openxmlformats.org/officeDocument/2006/relationships/officeDocument" Target="/ppt/presentation.xml" Id="Rbbf7a2e1dc67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4ceb6279454951"/>
  </p:sldMasterIdLst>
  <p:notesMasterIdLst>
    <p:notesMasterId xmlns:r="http://schemas.openxmlformats.org/officeDocument/2006/relationships" r:id="R81907b563ab74e6d"/>
  </p:notesMasterIdLst>
  <p:sldIdLst>
    <p:sldId xmlns:r="http://schemas.openxmlformats.org/officeDocument/2006/relationships" id="256" r:id="R676e9937a5694041"/>
    <p:sldId xmlns:r="http://schemas.openxmlformats.org/officeDocument/2006/relationships" id="257" r:id="R1de8f507316b4d39"/>
    <p:sldId xmlns:r="http://schemas.openxmlformats.org/officeDocument/2006/relationships" id="258" r:id="R73a0e2c620ba4bf8"/>
    <p:sldId xmlns:r="http://schemas.openxmlformats.org/officeDocument/2006/relationships" id="259" r:id="Re05b1ae69e2142b3"/>
    <p:sldId xmlns:r="http://schemas.openxmlformats.org/officeDocument/2006/relationships" id="260" r:id="R51c0269d8a87431e"/>
    <p:sldId xmlns:r="http://schemas.openxmlformats.org/officeDocument/2006/relationships" id="261" r:id="Rd40671afa51c43a9"/>
    <p:sldId xmlns:r="http://schemas.openxmlformats.org/officeDocument/2006/relationships" id="262" r:id="R84822388e9fe44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7919b06c1a4699" /><Relationship Type="http://schemas.openxmlformats.org/officeDocument/2006/relationships/slideMaster" Target="/ppt/slideMasters/slideMaster1.xml" Id="R884ceb6279454951" /><Relationship Type="http://schemas.openxmlformats.org/officeDocument/2006/relationships/notesMaster" Target="/ppt/notesMasters/notesMaster1.xml" Id="R81907b563ab74e6d" /><Relationship Type="http://schemas.openxmlformats.org/officeDocument/2006/relationships/presProps" Target="/ppt/presProps.xml" Id="Ra35f7c9cd7ef4566" /><Relationship Type="http://schemas.openxmlformats.org/officeDocument/2006/relationships/tableStyles" Target="/ppt/tableStyles.xml" Id="Ra64d77089b9d4934" /><Relationship Type="http://schemas.openxmlformats.org/officeDocument/2006/relationships/slide" Target="/ppt/slides/slide1.xml" Id="R676e9937a5694041" /><Relationship Type="http://schemas.openxmlformats.org/officeDocument/2006/relationships/slide" Target="/ppt/slides/slide2.xml" Id="R1de8f507316b4d39" /><Relationship Type="http://schemas.openxmlformats.org/officeDocument/2006/relationships/slide" Target="/ppt/slides/slide3.xml" Id="R73a0e2c620ba4bf8" /><Relationship Type="http://schemas.openxmlformats.org/officeDocument/2006/relationships/slide" Target="/ppt/slides/slide4.xml" Id="Re05b1ae69e2142b3" /><Relationship Type="http://schemas.openxmlformats.org/officeDocument/2006/relationships/slide" Target="/ppt/slides/slide5.xml" Id="R51c0269d8a87431e" /><Relationship Type="http://schemas.openxmlformats.org/officeDocument/2006/relationships/slide" Target="/ppt/slides/slide6.xml" Id="Rd40671afa51c43a9" /><Relationship Type="http://schemas.openxmlformats.org/officeDocument/2006/relationships/slide" Target="/ppt/slides/slide7.xml" Id="R84822388e9fe44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4f69a333144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f6ab8383964c0c" /><Relationship Type="http://schemas.openxmlformats.org/officeDocument/2006/relationships/notesMaster" Target="/ppt/notesMasters/notesMaster1.xml" Id="Rf86cb6543f244b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a3230ed88d4f90" /><Relationship Type="http://schemas.openxmlformats.org/officeDocument/2006/relationships/notesMaster" Target="/ppt/notesMasters/notesMaster1.xml" Id="Rac50b1f8f9c040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8287de08504669" /><Relationship Type="http://schemas.openxmlformats.org/officeDocument/2006/relationships/notesMaster" Target="/ppt/notesMasters/notesMaster1.xml" Id="R6ce8252aefae47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1863532aea4127" /><Relationship Type="http://schemas.openxmlformats.org/officeDocument/2006/relationships/notesMaster" Target="/ppt/notesMasters/notesMaster1.xml" Id="Ra4964fa766e240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9744f374614662" /><Relationship Type="http://schemas.openxmlformats.org/officeDocument/2006/relationships/notesMaster" Target="/ppt/notesMasters/notesMaster1.xml" Id="R8c244e1258da4f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1d8ee29ad341f1" /><Relationship Type="http://schemas.openxmlformats.org/officeDocument/2006/relationships/notesMaster" Target="/ppt/notesMasters/notesMaster1.xml" Id="R361ff09e214e48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cc927d3113462f" /><Relationship Type="http://schemas.openxmlformats.org/officeDocument/2006/relationships/notesMaster" Target="/ppt/notesMasters/notesMaster1.xml" Id="R06e5d5e5813b4c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requisitos da atividade e projeto desenvolvido pelo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enunciado da atividade prática fornecido pelo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estrutura do projeto entregue.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fluxo implementado em index.php e processa.php.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trecho representativo de processa.php.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index.php e style.css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 do projeto. Limitação de verificação registrada conforme ambiente disponível.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a05d6038646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17e68f1aaf418e" /><Relationship Type="http://schemas.openxmlformats.org/officeDocument/2006/relationships/slideLayout" Target="/ppt/slideLayouts/slideLayout1.xml" Id="Re6180ab5c32341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180ab5c32341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4558178694f53" /><Relationship Type="http://schemas.openxmlformats.org/officeDocument/2006/relationships/notesSlide" Target="/ppt/notesSlides/notesSlide1.xml" Id="Re4b1d40eee624b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bcbab1fa440ef" /><Relationship Type="http://schemas.openxmlformats.org/officeDocument/2006/relationships/notesSlide" Target="/ppt/notesSlides/notesSlide2.xml" Id="R2897397d7aa84e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cc5d5d1354225" /><Relationship Type="http://schemas.openxmlformats.org/officeDocument/2006/relationships/notesSlide" Target="/ppt/notesSlides/notesSlide3.xml" Id="R995ffbc33376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deb9901a24c75" /><Relationship Type="http://schemas.openxmlformats.org/officeDocument/2006/relationships/notesSlide" Target="/ppt/notesSlides/notesSlide4.xml" Id="Rd344fb8c839d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e61dd18f94da4" /><Relationship Type="http://schemas.openxmlformats.org/officeDocument/2006/relationships/notesSlide" Target="/ppt/notesSlides/notesSlide5.xml" Id="Raacea00307424b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62dba4c424489" /><Relationship Type="http://schemas.openxmlformats.org/officeDocument/2006/relationships/notesSlide" Target="/ppt/notesSlides/notesSlide6.xml" Id="Rc0a59f0b2e3f42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21ec0ba1c4e04" /><Relationship Type="http://schemas.openxmlformats.org/officeDocument/2006/relationships/notesSlide" Target="/ppt/notesSlides/notesSlide7.xml" Id="R6939c1daee0d4d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31CDD-6868-49FA-9A53-5423D5A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2A43"/>
              </a:gs>
              <a:gs pos="100000">
                <a:srgbClr val="2563A6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C134E-DA3A-49B5-A294-963A5950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Sistema Administrativo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5AA6A-B695-4C76-9C47-2B11B087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CE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>
                <a:solidFill>
                  <a:srgbClr val="DCEEFF"/>
                </a:solidFill>
                <a:latin typeface="Bitstream Charter"/>
                <a:ea typeface="Bitstream Charter"/>
                <a:cs typeface="Bitstream Charter"/>
              </a:rPr>
              <a:t>Menu em PHP com Switch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F28D3-E104-4898-968A-5770C71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6D9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C6D9ED"/>
                </a:solidFill>
                <a:latin typeface="Bitstream Charter"/>
                <a:ea typeface="Bitstream Charter"/>
                <a:cs typeface="Bitstream Charter"/>
              </a:rPr>
              <a:t>Projeto acadêmico em HTML, CSS e PHP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BD443-4DF1-407E-A8BB-0556E400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668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3E5AD-BA93-4A83-8DDA-34CAE3C5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PHP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56FE5-B1CE-4401-B71F-447B5466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6D9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C6D9ED"/>
                </a:solidFill>
                <a:latin typeface="Bitstream Charter"/>
                <a:ea typeface="Bitstream Charter"/>
                <a:cs typeface="Bitstream Charter"/>
              </a:rPr>
              <a:t>Estrutura de decisão para controlar as opções do menu</a:t>
            </a:r>
          </a:p>
        </p:txBody>
      </p:sp>
    </p:spTree>
    <p:extLst>
      <p:ext uri="{BB962C8B-B14F-4D97-AF65-F5344CB8AC3E}">
        <p14:creationId xmlns:p14="http://schemas.microsoft.com/office/powerpoint/2010/main" val="688003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89F6C-D8EC-40C2-865A-730D2290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5D82B-D817-403A-969D-64246471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Objetivo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40C6F-4C4B-45D1-A08F-2B339C04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Uma tela inicial para acessar módulos de um sistema de gerenciamento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F91D2-9768-4FE5-A4E8-969E5FF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962A8-443B-40CE-9DEB-804A0CDE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6572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3862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O sistema apresenta opções administrativas. Quando a pessoa usuária seleciona uma delas, o PHP identifica o valor enviado e exibe uma mensagem relacionada ao módulo.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33592-5965-4170-9EA8-1B074ADC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38300"/>
            <a:ext cx="32766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77B0E-29D0-452A-950C-F5165014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Requisitos principais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FFA78-B0FC-41DC-84B5-E7A9040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HTML com formulário e botões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CSS com visual responsivo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PHP com POST e switch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• Mensagem após cada escolha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467A2-A59A-4663-A1BF-3049DD9D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i="1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i="1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rPr>
              <a:t>O escopo mantém a separação entre interface, estilo e processamento.</a:t>
            </a:r>
          </a:p>
        </p:txBody>
      </p:sp>
    </p:spTree>
    <p:extLst>
      <p:ext uri="{BB962C8B-B14F-4D97-AF65-F5344CB8AC3E}">
        <p14:creationId xmlns:p14="http://schemas.microsoft.com/office/powerpoint/2010/main" val="1341473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85C69-A7B1-4388-BDBA-31034DE1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D331E-3D6F-4E13-BB1F-1CC345E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Arquitetura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D3C49-BFFE-426B-BD7B-482C89C9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Três arquivos com responsabilidades bem definidas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8D142-3415-496C-9688-510ADBA1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094C9-B2E5-4A83-9C7C-BF0338BB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667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8FB34-DC7E-4A14-B8F0-C35A3DF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667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2463B-15A9-464A-8680-8BBFEDD7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667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8"/>
            </a:solidFill>
            <a:prstDash val="solid"/>
          </a:ln>
        </p:spPr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2766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A6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32766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A6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13880-97C0-4154-A224-2E798361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33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index.php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121BA-E2A8-4691-B382-59740BFE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004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Interface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Formulário e botões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Opções A a 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6B227-A07C-4689-B47D-AE93EABB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336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processa.php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84A72-7FB4-4BE5-A075-47D5A09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004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Lógica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Recebe o POST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Executa switch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A6774-823A-4E57-8E5D-2A66656E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33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style.css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E146F-DD2C-4679-8825-0A1F6DDD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004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Aparência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Cores e responsividade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Hover e acessibilidade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4C4AD-192F-4065-A94B-3124E4AF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rPr>
              <a:t>Cada arquivo concentra uma responsabilidade, facilitando a manutenção e a compreensão do sistema.</a:t>
            </a:r>
          </a:p>
        </p:txBody>
      </p:sp>
    </p:spTree>
    <p:extLst>
      <p:ext uri="{BB962C8B-B14F-4D97-AF65-F5344CB8AC3E}">
        <p14:creationId xmlns:p14="http://schemas.microsoft.com/office/powerpoint/2010/main" val="271523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B3BF6-F442-4B4C-8C41-267692D7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8C153-0F76-44BC-AE71-6CB50244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Fluxo da escolha do módulo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1F741-CD62-49A8-B8E8-F46431BB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O formulário usa o método POST para enviar a opção selecionada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F2AA3-C7C2-4303-9DB7-591B3E8A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7FD0B-7485-45C0-A6DA-664A4904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9DC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6BF51-14F2-44AE-AE67-481DE69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9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006BF-84EB-4E86-B76F-D14CC0A1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9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9DC6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DA62B-4010-44F9-9F9A-D458C033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9525">
            <a:solidFill>
              <a:srgbClr val="A8D8C5"/>
            </a:solidFill>
            <a:prstDash val="solid"/>
          </a:ln>
        </p:spPr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432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A6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62600" y="33432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A6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01050" y="33432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A6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D8B7D-5B81-4B65-92FB-5FA7040B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1. Clique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BF9A9-CB80-4EE5-9830-4C4210C4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Ex.: Clientes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2D364-C0BD-458F-9F35-D84D57D7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099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2. 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4ED0C-3BFE-46D8-B6CB-5AF116E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00425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opcao =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DA90C-09E7-44DD-A116-78651D92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3. switch 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BAD66-DC8B-43D1-A44D-D36E207D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0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Seleciona o caso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77CB2-93F2-4ED5-9E4F-1F3BECDE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9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2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25B"/>
                </a:solidFill>
                <a:latin typeface="Bitstream Charter"/>
                <a:ea typeface="Bitstream Charter"/>
                <a:cs typeface="Bitstream Charter"/>
              </a:rPr>
              <a:t>4. Resultado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28DD0-0F39-48F1-9060-995AC0FA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0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Mensagem na tela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0EE55-1DFE-41A6-9344-B5426BDE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10125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rPr>
              <a:t>Exemplo de retorno: “Módulo de Cadastro de Clientes aberto com sucesso!”</a:t>
            </a:r>
          </a:p>
        </p:txBody>
      </p:sp>
    </p:spTree>
    <p:extLst>
      <p:ext uri="{BB962C8B-B14F-4D97-AF65-F5344CB8AC3E}">
        <p14:creationId xmlns:p14="http://schemas.microsoft.com/office/powerpoint/2010/main" val="1350927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CA3C0-37BA-4544-967F-F623F7FE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D219A-D15D-44A9-83C2-EB42231B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Lógica com Switch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D1E2B-A6A6-441E-AA78-55B0561F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A estrutura seleciona uma resposta para cada opção recebida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3A538-AF56-4224-B69A-D29F0AF9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B0BF8-A1CD-4076-80C7-7AE00A2B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648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D4AD4-7ECB-41FD-9748-B523C6A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5953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switch ($opcao) {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  case 'A':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    $mensagem = 'Módulo de Cadastro de Clientes aberto com sucesso!';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    break;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  case 'B':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    $mensagem = 'Módulo de Cadastro de Produtos aberto com sucesso!';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    break;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  default: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    $mensagem = 'Opção inválida';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EAF4FF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06AE8-78F4-4433-9681-4898CEF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Como funciona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0F188-7E42-44E3-8EDA-7FBE02CA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76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7187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1. O PHP lê $_POST['opcao'].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2. Cada case compara o valor recebido.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3. O break encerra o caso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4. O default trata valores inesperados.</a:t>
            </a:r>
          </a:p>
        </p:txBody>
      </p:sp>
    </p:spTree>
    <p:extLst>
      <p:ext uri="{BB962C8B-B14F-4D97-AF65-F5344CB8AC3E}">
        <p14:creationId xmlns:p14="http://schemas.microsoft.com/office/powerpoint/2010/main" val="1997505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5CCE3-5254-4FE0-B79A-7326B55F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E0AC1-95E6-473E-B420-376E818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Menu e experiência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F506D-821B-4D17-8A6A-362A26AF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Opções disponíveis e recursos visuais previstos no CSS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B6D51-0AF2-4E2F-9CD3-C136884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6D74C-DC68-4A9B-9317-F9D9ED7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Módulos do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6ADC8-B9D1-43E3-9120-B3F0A7DC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A  Cadastro de Clientes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B  Cadastro de Produtos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C  Relatório de Vendas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D  Controle de Estoque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E  Configurações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  Sair do Sistema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4B783-DEF7-4CF6-A8EB-C78B596C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0" cy="3381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61FDE-91EF-48B2-983D-149CEF26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859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Recursos da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FD3A0-2AE9-404D-94CF-3C1C3898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400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Fundo com gradiente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Sombras e bordas arredondadas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Efeito hover nos botões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Layout para telas menores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Foco visível para navegação por teclado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Respeito à preferência de menos movimento</a:t>
            </a:r>
          </a:p>
        </p:txBody>
      </p:sp>
    </p:spTree>
    <p:extLst>
      <p:ext uri="{BB962C8B-B14F-4D97-AF65-F5344CB8AC3E}">
        <p14:creationId xmlns:p14="http://schemas.microsoft.com/office/powerpoint/2010/main" val="1445388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4CA88-606B-4885-BD36-F758911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B9769-0922-4BC6-B799-98A1C582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Execução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5FD2F-A9D7-4584-8810-13AFEECF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O sistema roda em um servidor local com PHP instalado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B9E92-362D-4613-88B3-FC86433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4B2B0-BD4B-435C-A440-690BD18D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B9083-2A1F-4F90-895D-AB7C4ED3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97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Abra a pasta ProjetoSwitch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0A89E-1271-469A-B1CC-A5A3794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49D06-F858-4DF9-B796-F505056B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241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Execute no terminal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E2340-E0E3-47F3-809F-086FF2C5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3FA8C-8B41-49A1-B4FB-CBF86A61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1465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php -S localhost:8000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0A5CF-708A-4E33-AF41-619460D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2563A6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505EC-E548-4C7D-8BA0-7BD8220A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F2937"/>
                </a:solidFill>
                <a:latin typeface="Bitstream Charter"/>
                <a:ea typeface="Bitstream Charter"/>
                <a:cs typeface="Bitstream Charter"/>
              </a:rPr>
              <a:t>Acesse http://localhost:8000 no navegador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99BFE-4051-4B4B-BACD-1B7B5ED4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672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6725B"/>
                </a:solidFill>
                <a:latin typeface="Bitstream Charter"/>
                <a:ea typeface="Bitstream Charter"/>
                <a:cs typeface="Bitstream Charter"/>
              </a:rPr>
              <a:t>O menu processa a escolha e mostra a mensagem do módulo selecionado.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FA413-6C5A-4E4C-AACF-B1515900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02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i="1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i="1">
                <a:solidFill>
                  <a:srgbClr val="5F6E7D"/>
                </a:solidFill>
                <a:latin typeface="Bitstream Charter"/>
                <a:ea typeface="Bitstream Charter"/>
                <a:cs typeface="Bitstream Charter"/>
              </a:rPr>
              <a:t>Observação: este ambiente de criação não possui o executável PHP, portanto a execução local depende de um computador com PHP instalado.</a:t>
            </a:r>
          </a:p>
        </p:txBody>
      </p:sp>
    </p:spTree>
    <p:extLst>
      <p:ext uri="{BB962C8B-B14F-4D97-AF65-F5344CB8AC3E}">
        <p14:creationId xmlns:p14="http://schemas.microsoft.com/office/powerpoint/2010/main" val="1446495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2026-09-23T21:35:14.3930000Z</dcterms:created>
  <dcterms:modified xsi:type="dcterms:W3CDTF">2026-09-23T21:35:14.3930000Z</dcterms:modified>
</coreProperties>
</file>